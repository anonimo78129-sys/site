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1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92608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REALIDADE DA SALA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6032" y="548640"/>
            <a:ext cx="305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52"/>
              </a:lnSpc>
              <a:buNone/>
            </a:pPr>
            <a:r>
              <a:rPr lang="en-US" sz="19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soa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 rot="-180000">
            <a:off x="256032" y="859536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6032" y="1371600"/>
            <a:ext cx="3051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Janta pensando na aula de amanhã e deita planejando a próxima semana.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Seis turmas, seis planejamentos. Inspiração não aparece por decreto às 22h.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Notas, chamada, provas, relatórios. Some um domingo e a pilha continua ali.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 rot="-72000">
            <a:off x="210312" y="2331720"/>
            <a:ext cx="3143376" cy="310896"/>
          </a:xfrm>
          <a:prstGeom prst="roundRect">
            <a:avLst>
              <a:gd name="adj" fmla="val 14706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25000"/>
              </a:srgbClr>
            </a:outerShdw>
          </a:effectLst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sai da sala. A cabeça não.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2834640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PROF. CORUJÃO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3072384"/>
            <a:ext cx="305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6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escreve o tema.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3346704"/>
            <a:ext cx="305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6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monta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 rot="180000">
            <a:off x="256032" y="363931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4096512"/>
            <a:ext cx="305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site. Você abre no celular ou no computador, escreve o tema da aula em uma linha e recebe o material pronto para revisar, imprimir ou projetar.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4663440"/>
            <a:ext cx="3051936" cy="1371600"/>
          </a:xfrm>
          <a:prstGeom prst="roundRect">
            <a:avLst>
              <a:gd name="adj" fmla="val 4000"/>
            </a:avLst>
          </a:prstGeom>
          <a:solidFill>
            <a:srgbClr val="180E4E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" y="4745736"/>
            <a:ext cx="2814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74904" y="4901184"/>
            <a:ext cx="2814192" cy="237744"/>
          </a:xfrm>
          <a:prstGeom prst="roundRect">
            <a:avLst>
              <a:gd name="adj" fmla="val 30769"/>
            </a:avLst>
          </a:prstGeom>
          <a:solidFill>
            <a:srgbClr val="4659FF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Fotossíntese, 8º ano. Algo que engaje a turma.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" y="5184648"/>
            <a:ext cx="2814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CORUJÃO, EM CERCA DE 4 SEGUNDOS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74904" y="5349240"/>
            <a:ext cx="2814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Plano de aula completo, com as habilidades da BNCC</a:t>
            </a:r>
            <a:endParaRPr lang="en-US" sz="8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Prova com gabarito e atividade para imprimir</a:t>
            </a:r>
            <a:endParaRPr lang="en-US" sz="8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Slides prontos para projetar</a:t>
            </a:r>
            <a:endParaRPr lang="en-US" sz="83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 jogo do conteúdo, para fechar a semana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 rot="-120000">
            <a:off x="256032" y="6535872"/>
            <a:ext cx="3051936" cy="237744"/>
          </a:xfrm>
          <a:prstGeom prst="roundRect">
            <a:avLst>
              <a:gd name="adj" fmla="val 153846"/>
            </a:avLst>
          </a:prstGeom>
          <a:solidFill>
            <a:srgbClr val="10B981"/>
          </a:solidFill>
          <a:ln w="25400">
            <a:solidFill>
              <a:srgbClr val="063A28"/>
            </a:solidFill>
          </a:ln>
          <a:effectLst>
            <a:outerShdw sx="100000" sy="100000" kx="0" ky="0" algn="bl" rotWithShape="0" blurRad="101600" dist="63500" dir="2700000">
              <a:srgbClr val="063A28">
                <a:alpha val="90000"/>
              </a:srgbClr>
            </a:outerShdw>
          </a:effectLst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SABER MEXER COM TECNOLOGIA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6865056"/>
            <a:ext cx="968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910776"/>
            <a:ext cx="968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65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1.580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92608" y="7183267"/>
            <a:ext cx="895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BNCC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297728" y="6865056"/>
            <a:ext cx="968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7728" y="6910776"/>
            <a:ext cx="968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65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34304" y="7183267"/>
            <a:ext cx="895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jogo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339424" y="6865056"/>
            <a:ext cx="9685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9424" y="6910776"/>
            <a:ext cx="968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65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376000" y="7183267"/>
            <a:ext cx="895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564000" y="0"/>
            <a:ext cx="3564000" cy="7560000"/>
          </a:xfrm>
          <a:prstGeom prst="rect">
            <a:avLst/>
          </a:prstGeom>
          <a:solidFill>
            <a:srgbClr val="503BF6"/>
          </a:solidFill>
          <a:ln/>
        </p:spPr>
      </p:sp>
      <p:pic>
        <p:nvPicPr>
          <p:cNvPr id="28" name="Image 0" descr="/home/user/Site/folder/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0032" y="274320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204080" y="292608"/>
            <a:ext cx="2667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Corujão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820032" y="749808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9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820032" y="987552"/>
            <a:ext cx="305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sete dias.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820032" y="1261872"/>
            <a:ext cx="305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você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 rot="120000">
            <a:off x="3820032" y="155448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000000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820032" y="2029968"/>
            <a:ext cx="3051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E3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dias criando quanto quiser, sem cartão de crédito. Passado o prazo, o material que você já criou continua seu.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820032" y="2578608"/>
            <a:ext cx="3051936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29760" y="2642616"/>
            <a:ext cx="283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GRATUITO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929760" y="2798064"/>
            <a:ext cx="283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dias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3929760" y="3090672"/>
            <a:ext cx="283248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3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liberado, sem cartão e sem compromisso.</a:t>
            </a:r>
            <a:endParaRPr lang="en-US" sz="780" dirty="0"/>
          </a:p>
        </p:txBody>
      </p:sp>
      <p:sp>
        <p:nvSpPr>
          <p:cNvPr id="39" name="Shape 36"/>
          <p:cNvSpPr/>
          <p:nvPr/>
        </p:nvSpPr>
        <p:spPr>
          <a:xfrm>
            <a:off x="3820032" y="3200400"/>
            <a:ext cx="305193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1750">
            <a:solidFill>
              <a:srgbClr val="180E4E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3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929760" y="3264408"/>
            <a:ext cx="283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APOIADOR PRO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929760" y="3419856"/>
            <a:ext cx="283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R$ 59,90 /mês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3929760" y="3712464"/>
            <a:ext cx="2832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prazo e sem fidelidade. Menos de R$ 2 por dia, o preço de um café.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3820032" y="3950208"/>
            <a:ext cx="3051936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80E4E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35000"/>
              </a:srgbClr>
            </a:outerShdw>
          </a:effectLst>
        </p:spPr>
      </p:sp>
      <p:pic>
        <p:nvPicPr>
          <p:cNvPr id="44" name="Image 1" descr="/home/user/Site/folder/pptx/assets/qr-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184" y="4023360"/>
            <a:ext cx="566928" cy="56692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4551552" y="4005072"/>
            <a:ext cx="222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Aponte a câmera e teste grátis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4551552" y="4334256"/>
            <a:ext cx="2228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e-mail e senha, leva um minuto.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4551552" y="4498848"/>
            <a:ext cx="2228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app.profcorujao.com.br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820032" y="4736592"/>
            <a:ext cx="3051936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80E4E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35000"/>
              </a:srgbClr>
            </a:outerShdw>
          </a:effectLst>
        </p:spPr>
      </p:sp>
      <p:pic>
        <p:nvPicPr>
          <p:cNvPr id="49" name="Image 2" descr="/home/user/Site/folder/pptx/assets/qr-wh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184" y="4809744"/>
            <a:ext cx="566928" cy="56692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4551552" y="4791456"/>
            <a:ext cx="222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Ficou com dúvida? Fale comigo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4551552" y="5120640"/>
            <a:ext cx="2228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direto com quem desenvolveu.</a:t>
            </a:r>
            <a:endParaRPr lang="en-US" sz="700" dirty="0"/>
          </a:p>
        </p:txBody>
      </p:sp>
      <p:sp>
        <p:nvSpPr>
          <p:cNvPr id="52" name="Text 47"/>
          <p:cNvSpPr/>
          <p:nvPr/>
        </p:nvSpPr>
        <p:spPr>
          <a:xfrm>
            <a:off x="4551552" y="5285232"/>
            <a:ext cx="2228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(98) 98179-6309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 rot="-120000">
            <a:off x="3820032" y="6417000"/>
            <a:ext cx="1828800" cy="219456"/>
          </a:xfrm>
          <a:prstGeom prst="roundRect">
            <a:avLst>
              <a:gd name="adj" fmla="val 166667"/>
            </a:avLst>
          </a:prstGeom>
          <a:solidFill>
            <a:srgbClr val="10B981"/>
          </a:solidFill>
          <a:ln w="25400">
            <a:solidFill>
              <a:srgbClr val="063A28"/>
            </a:solidFill>
          </a:ln>
          <a:effectLst>
            <a:outerShdw sx="100000" sy="100000" kx="0" ky="0" algn="bl" rotWithShape="0" blurRad="101600" dist="63500" dir="2700000">
              <a:srgbClr val="063A28">
                <a:alpha val="90000"/>
              </a:srgbClr>
            </a:outerShdw>
          </a:effectLst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 GRÁTIS · SEM CARTÃO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3820032" y="6709608"/>
            <a:ext cx="305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3"/>
              </a:lnSpc>
              <a:buNone/>
            </a:pPr>
            <a:r>
              <a:rPr lang="en-US" sz="780" dirty="0">
                <a:solidFill>
                  <a:srgbClr val="D9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empresa. É um TCC. Construí o Prof. Corujão sozinho, para professores que eu vi trabalhando até tarde com o que tinham.</a:t>
            </a:r>
            <a:endParaRPr lang="en-US" sz="780" dirty="0"/>
          </a:p>
          <a:p>
            <a:pPr indent="0" marL="0">
              <a:lnSpc>
                <a:spcPts val="1053"/>
              </a:lnSpc>
              <a:buNone/>
            </a:pPr>
            <a:r>
              <a:rPr lang="en-US" sz="780" dirty="0">
                <a:solidFill>
                  <a:srgbClr val="D9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Lyelson Martins</a:t>
            </a:r>
            <a:endParaRPr lang="en-US" sz="780" dirty="0"/>
          </a:p>
        </p:txBody>
      </p:sp>
      <p:sp>
        <p:nvSpPr>
          <p:cNvPr id="55" name="Text 50"/>
          <p:cNvSpPr/>
          <p:nvPr/>
        </p:nvSpPr>
        <p:spPr>
          <a:xfrm>
            <a:off x="3820032" y="7221672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A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Prof. Corujão · @prof.corujão</a:t>
            </a:r>
            <a:endParaRPr lang="en-US" sz="700" dirty="0"/>
          </a:p>
        </p:txBody>
      </p:sp>
      <p:sp>
        <p:nvSpPr>
          <p:cNvPr id="56" name="Shape 51"/>
          <p:cNvSpPr/>
          <p:nvPr/>
        </p:nvSpPr>
        <p:spPr>
          <a:xfrm>
            <a:off x="7128000" y="0"/>
            <a:ext cx="3564000" cy="7560000"/>
          </a:xfrm>
          <a:prstGeom prst="rect">
            <a:avLst/>
          </a:prstGeom>
          <a:solidFill>
            <a:srgbClr val="503BF6"/>
          </a:solidFill>
          <a:ln/>
        </p:spPr>
      </p:sp>
      <p:pic>
        <p:nvPicPr>
          <p:cNvPr id="57" name="Image 3" descr="/home/user/Site/folder/pptx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032" y="274320"/>
            <a:ext cx="292608" cy="292608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7768080" y="292608"/>
            <a:ext cx="241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Corujão</a:t>
            </a:r>
            <a:endParaRPr lang="en-US" sz="1300" dirty="0"/>
          </a:p>
        </p:txBody>
      </p:sp>
      <p:sp>
        <p:nvSpPr>
          <p:cNvPr id="59" name="Text 53"/>
          <p:cNvSpPr/>
          <p:nvPr/>
        </p:nvSpPr>
        <p:spPr>
          <a:xfrm>
            <a:off x="7384032" y="603504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@PROF.CORUJÃO</a:t>
            </a:r>
            <a:endParaRPr lang="en-US" sz="700" dirty="0"/>
          </a:p>
        </p:txBody>
      </p:sp>
      <p:sp>
        <p:nvSpPr>
          <p:cNvPr id="60" name="Text 54"/>
          <p:cNvSpPr/>
          <p:nvPr/>
        </p:nvSpPr>
        <p:spPr>
          <a:xfrm rot="-180000">
            <a:off x="7384032" y="877824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000000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</a:t>
            </a:r>
            <a:endParaRPr lang="en-US" sz="1900" dirty="0"/>
          </a:p>
        </p:txBody>
      </p:sp>
      <p:sp>
        <p:nvSpPr>
          <p:cNvPr id="61" name="Text 55"/>
          <p:cNvSpPr/>
          <p:nvPr/>
        </p:nvSpPr>
        <p:spPr>
          <a:xfrm rot="144000">
            <a:off x="7384032" y="1316736"/>
            <a:ext cx="3051936" cy="402336"/>
          </a:xfrm>
          <a:prstGeom prst="roundRect">
            <a:avLst>
              <a:gd name="adj" fmla="val 18182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000000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PROFESSOR(A)</a:t>
            </a:r>
            <a:endParaRPr lang="en-US" sz="1600" dirty="0"/>
          </a:p>
        </p:txBody>
      </p:sp>
      <p:sp>
        <p:nvSpPr>
          <p:cNvPr id="62" name="Text 56"/>
          <p:cNvSpPr/>
          <p:nvPr/>
        </p:nvSpPr>
        <p:spPr>
          <a:xfrm>
            <a:off x="7384032" y="1847088"/>
            <a:ext cx="3051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Cansado de fazer tudo sozinho e sem tempo de sobra?</a:t>
            </a:r>
            <a:endParaRPr lang="en-US" sz="1350" dirty="0"/>
          </a:p>
        </p:txBody>
      </p:sp>
      <p:sp>
        <p:nvSpPr>
          <p:cNvPr id="63" name="Text 57"/>
          <p:cNvSpPr/>
          <p:nvPr/>
        </p:nvSpPr>
        <p:spPr>
          <a:xfrm>
            <a:off x="7384032" y="2523744"/>
            <a:ext cx="305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DC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tempo, muita cobrança, sobrecarga que ninguém vê de fora.</a:t>
            </a:r>
            <a:endParaRPr lang="en-US" sz="900" dirty="0"/>
          </a:p>
        </p:txBody>
      </p:sp>
      <p:pic>
        <p:nvPicPr>
          <p:cNvPr id="64" name="Image 4" descr="/home/user/Site/folder/pptx/assets/illu-0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767000" y="2907792"/>
            <a:ext cx="2286000" cy="2286000"/>
          </a:xfrm>
          <a:prstGeom prst="rect">
            <a:avLst/>
          </a:prstGeom>
        </p:spPr>
      </p:pic>
      <p:sp>
        <p:nvSpPr>
          <p:cNvPr id="65" name="Shape 58"/>
          <p:cNvSpPr/>
          <p:nvPr/>
        </p:nvSpPr>
        <p:spPr>
          <a:xfrm>
            <a:off x="7384032" y="5987232"/>
            <a:ext cx="305193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31750">
            <a:solidFill>
              <a:srgbClr val="180E4E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50000"/>
              </a:srgbClr>
            </a:outerShdw>
          </a:effectLst>
        </p:spPr>
      </p:sp>
      <p:sp>
        <p:nvSpPr>
          <p:cNvPr id="66" name="Text 59"/>
          <p:cNvSpPr/>
          <p:nvPr/>
        </p:nvSpPr>
        <p:spPr>
          <a:xfrm>
            <a:off x="7493760" y="6051240"/>
            <a:ext cx="283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Prof. Corujão é um site que </a:t>
            </a:r>
            <a:pPr indent="0" marL="0">
              <a:lnSpc>
                <a:spcPts val="1100"/>
              </a:lnSpc>
              <a:buNone/>
            </a:pPr>
            <a:r>
              <a:rPr lang="en-US" sz="88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o plano de aula, a prova e os slides da sua aula</a:t>
            </a:r>
            <a:pPr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Você só escreve o tema.</a:t>
            </a:r>
            <a:endParaRPr lang="en-US" sz="880" dirty="0"/>
          </a:p>
        </p:txBody>
      </p:sp>
      <p:sp>
        <p:nvSpPr>
          <p:cNvPr id="67" name="Text 60"/>
          <p:cNvSpPr/>
          <p:nvPr/>
        </p:nvSpPr>
        <p:spPr>
          <a:xfrm>
            <a:off x="7384032" y="6645600"/>
            <a:ext cx="305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DC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folder e veja como funciona.</a:t>
            </a:r>
            <a:endParaRPr lang="en-US" sz="850" dirty="0"/>
          </a:p>
        </p:txBody>
      </p:sp>
      <p:sp>
        <p:nvSpPr>
          <p:cNvPr id="68" name="Text 61"/>
          <p:cNvSpPr/>
          <p:nvPr/>
        </p:nvSpPr>
        <p:spPr>
          <a:xfrm rot="-120000">
            <a:off x="7384032" y="6883344"/>
            <a:ext cx="1828800" cy="219456"/>
          </a:xfrm>
          <a:prstGeom prst="roundRect">
            <a:avLst>
              <a:gd name="adj" fmla="val 166667"/>
            </a:avLst>
          </a:prstGeom>
          <a:solidFill>
            <a:srgbClr val="10B981"/>
          </a:solidFill>
          <a:ln w="25400">
            <a:solidFill>
              <a:srgbClr val="063A28"/>
            </a:solidFill>
          </a:ln>
          <a:effectLst>
            <a:outerShdw sx="100000" sy="100000" kx="0" ky="0" algn="bl" rotWithShape="0" blurRad="101600" dist="63500" dir="2700000">
              <a:srgbClr val="063A28">
                <a:alpha val="90000"/>
              </a:srgbClr>
            </a:outerShdw>
          </a:effectLst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 GRÁTIS · SEM CARTÃO</a:t>
            </a:r>
            <a:endParaRPr lang="en-US" sz="950" dirty="0"/>
          </a:p>
        </p:txBody>
      </p:sp>
      <p:sp>
        <p:nvSpPr>
          <p:cNvPr id="69" name="Text 62"/>
          <p:cNvSpPr/>
          <p:nvPr/>
        </p:nvSpPr>
        <p:spPr>
          <a:xfrm>
            <a:off x="7384032" y="7175952"/>
            <a:ext cx="305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app.profcorujao.com.br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92608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6032" y="530352"/>
            <a:ext cx="305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36"/>
              </a:lnSpc>
              <a:buNone/>
            </a:pPr>
            <a:r>
              <a:rPr lang="en-US" sz="17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passos.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 rot="-180000">
            <a:off x="256032" y="84124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isso.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353312"/>
            <a:ext cx="219456" cy="219456"/>
          </a:xfrm>
          <a:prstGeom prst="ellipse">
            <a:avLst/>
          </a:prstGeom>
          <a:solidFill>
            <a:srgbClr val="4659FF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353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44168"/>
            <a:ext cx="274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Escreva o tema e a turma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536192"/>
            <a:ext cx="274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jeito que você falaria: “Fotossíntese, 8º ano”. Não tem configuração nem palavra técnica.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2103120"/>
            <a:ext cx="219456" cy="219456"/>
          </a:xfrm>
          <a:prstGeom prst="ellipse">
            <a:avLst/>
          </a:prstGeom>
          <a:solidFill>
            <a:srgbClr val="4659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2103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093976"/>
            <a:ext cx="274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Espere alguns segundos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286000"/>
            <a:ext cx="274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monta enquanto você faz outra coisa e avisa quando termina. Dá tempo de sair da escola.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852928"/>
            <a:ext cx="219456" cy="219456"/>
          </a:xfrm>
          <a:prstGeom prst="ellipse">
            <a:avLst/>
          </a:prstGeom>
          <a:solidFill>
            <a:srgbClr val="4659FF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2852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2843784"/>
            <a:ext cx="274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Revise, imprima ou projete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035808"/>
            <a:ext cx="274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em Word e PowerPoint. Você lê, muda o que quiser e usa. Nada vai para a turma sem você aprovar.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675888"/>
            <a:ext cx="305193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3749040"/>
            <a:ext cx="281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CHEGA PRONTO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4904" y="3950208"/>
            <a:ext cx="2814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aula com objetivos, metodologia e avaliação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74904" y="4169664"/>
            <a:ext cx="2814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habilidades da BNCC daquele ano, conferidas uma a uma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74904" y="4389120"/>
            <a:ext cx="2814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com gabarito: objetiva, discursiva ou mista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74904" y="4608576"/>
            <a:ext cx="2814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impressa, pronta para distribuir na sala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74904" y="4828032"/>
            <a:ext cx="2814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com imagens, prontos para o projetor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74904" y="5047488"/>
            <a:ext cx="2814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050"/>
              </a:lnSpc>
              <a:buNone/>
            </a:pPr>
            <a:r>
              <a:rPr lang="en-US" sz="880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do conteúdo, para imprimir ou passar na TV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56032" y="6188400"/>
            <a:ext cx="3051936" cy="1097280"/>
          </a:xfrm>
          <a:prstGeom prst="roundRect">
            <a:avLst>
              <a:gd name="adj" fmla="val 5000"/>
            </a:avLst>
          </a:prstGeom>
          <a:solidFill>
            <a:srgbClr val="180E4E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62615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4048" y="6627312"/>
            <a:ext cx="2795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da BNCC conferidas contra o documento oficial do MEC.
</a:t>
            </a:r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aplicativo diz que é “alinhado à BNCC”. Aqui cada código é comparado antes de chegar em você, e o que não bate é refeito. Seu plano não chega com habilidade inventada.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20032" y="292608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AULA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20032" y="530352"/>
            <a:ext cx="305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74"/>
              </a:lnSpc>
              <a:buNone/>
            </a:pPr>
            <a:r>
              <a:rPr lang="en-US" sz="15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domingo que ele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 rot="120000">
            <a:off x="3820032" y="8412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20032" y="1353312"/>
            <a:ext cx="305193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8048" y="1435608"/>
            <a:ext cx="2795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 DIÁRIO DE CLASSE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948048" y="1618488"/>
            <a:ext cx="279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ano letivo a partir de um PDF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948048" y="1865376"/>
            <a:ext cx="2795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manda o calendário da escola em PDF e ele preenche feriados, recessos e reuniões sozinho. Chamada, anotações e notas por aluno ficam no mesmo lugar.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20032" y="2340864"/>
            <a:ext cx="305193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48048" y="2423160"/>
            <a:ext cx="2795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DO PROFESSOR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48048" y="2606040"/>
            <a:ext cx="279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papelada que ninguém vê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948048" y="2852928"/>
            <a:ext cx="2795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chamada pronta para imprimir, atividade adaptada para aluno com TDAH, TEA, dislexia ou baixa visão, rubrica de avaliação e bilhete para a família.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20032" y="3328416"/>
            <a:ext cx="3051936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48048" y="3410712"/>
            <a:ext cx="2795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GAMIFICADA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948048" y="3593592"/>
            <a:ext cx="279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que vira ponto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948048" y="3840480"/>
            <a:ext cx="279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Pontos, níveis e equipes, com as regras que você escolher. O prêmio não é material: é ser ajudante do dia ou escolher a música da aula.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20032" y="4261104"/>
            <a:ext cx="3051936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5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8048" y="4343400"/>
            <a:ext cx="2795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ACERVO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948048" y="4526280"/>
            <a:ext cx="279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se perde de um ano para o outro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3948048" y="4773168"/>
            <a:ext cx="2795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você cria fica guardado e organizado, com busca por tipo de material.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20032" y="5065776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 DA AULA, NO PROJETOR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20032" y="5285232"/>
            <a:ext cx="675193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50089" y="5285232"/>
            <a:ext cx="727862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Cronômetro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32815" y="5285232"/>
            <a:ext cx="517185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820032" y="5504688"/>
            <a:ext cx="1043879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Medidor de ruído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18775" y="5504688"/>
            <a:ext cx="622524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96163" y="5504688"/>
            <a:ext cx="411846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820032" y="5724144"/>
            <a:ext cx="1096548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Placar de equipes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 rot="-72000">
            <a:off x="3792600" y="6993072"/>
            <a:ext cx="3106800" cy="365760"/>
          </a:xfrm>
          <a:prstGeom prst="roundRect">
            <a:avLst>
              <a:gd name="adj" fmla="val 12500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25000"/>
              </a:srgbClr>
            </a:outerShdw>
          </a:effectLst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em Word e PowerPoint. O material é seu.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384032" y="292608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QUE A TURMA PEDE DE NOVO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84032" y="530352"/>
            <a:ext cx="305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Qualquer conteúdo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 rot="-180000">
            <a:off x="7384032" y="84124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 jogo.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384032" y="1353312"/>
            <a:ext cx="3051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dá o tema, ele escreve as perguntas pelo nível da sua turma e monta o jogo inteiro. Uns saem no papel, para imprimir e distribuir. Outros rodam na TV da sala, com a turma dividida em equipes.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84032" y="2048256"/>
            <a:ext cx="780532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Room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219428" y="2048256"/>
            <a:ext cx="885871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Caça-palavras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160163" y="2048256"/>
            <a:ext cx="622524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Cruzadas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837550" y="2048256"/>
            <a:ext cx="464515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84032" y="2267712"/>
            <a:ext cx="569854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008750" y="2267712"/>
            <a:ext cx="727862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791476" y="2267712"/>
            <a:ext cx="727862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na TV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384032" y="2487168"/>
            <a:ext cx="1149218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 em equipes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88114" y="2487168"/>
            <a:ext cx="1623243" cy="182880"/>
          </a:xfrm>
          <a:prstGeom prst="roundRect">
            <a:avLst>
              <a:gd name="adj" fmla="val 250000"/>
            </a:avLst>
          </a:prstGeom>
          <a:solidFill>
            <a:srgbClr val="FFFFFF"/>
          </a:solidFill>
          <a:ln w="12700">
            <a:solidFill>
              <a:srgbClr val="DCDF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0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Aventura para jogar sozinho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384032" y="2926080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6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TODO PROFESSOR FAZ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384032" y="3200400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Preciso saber mexer com tecnologia?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384032" y="3374136"/>
            <a:ext cx="3051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Você escreve o tema como escreve uma mensagem. Não tem configuração, não tem palavra difícil, não tem curso para fazer antes.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384032" y="3849624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 no meu celular?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384032" y="4023360"/>
            <a:ext cx="305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Funciona. Abre no navegador do celular, do tablet ou do computador, e não precisa instalar nada.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384032" y="4407408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material é meu mesmo?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384032" y="4581144"/>
            <a:ext cx="305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É. Você edita, imprime e usa como quiser, inclusive depois que o teste de sete dias acaba.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384032" y="4965192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para a minha disciplina?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384032" y="5138928"/>
            <a:ext cx="305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educação infantil ao ensino médio, em qualquer matéria.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384032" y="5413248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Preciso de internet?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384032" y="5586984"/>
            <a:ext cx="305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montar o material, sim. Depois de baixar em Word ou PowerPoint, o arquivo abre sem internet.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384032" y="5971032"/>
            <a:ext cx="305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eu não gostar?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384032" y="6144768"/>
            <a:ext cx="305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sete dias grátis, sem cartão de crédito. Se não servir, é só não continuar. Nada é cobrado sozinho.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 rot="-60000">
            <a:off x="7767000" y="710280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F5C842"/>
          </a:solidFill>
          <a:ln w="31750">
            <a:solidFill>
              <a:srgbClr val="180E4E"/>
            </a:solidFill>
          </a:ln>
          <a:effectLst>
            <a:outerShdw sx="100000" sy="100000" kx="0" ky="0" algn="bl" rotWithShape="0" blurRad="101600" dist="63500" dir="2700000">
              <a:srgbClr val="180E4E">
                <a:alpha val="85000"/>
              </a:srgbClr>
            </a:outerShdw>
          </a:effectLst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0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app.profcorujao.com.br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2026-09-07T14:47:29Z</dcterms:created>
  <dcterms:modified xsi:type="dcterms:W3CDTF">2026-09-07T14:47:29Z</dcterms:modified>
</cp:coreProperties>
</file>